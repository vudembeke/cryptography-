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854047"/>
            <a:ext cx="11695152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6100" spc="-122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Number Theory and Cryptography</a:t>
            </a:r>
            <a:endParaRPr lang="en-US" sz="6100" dirty="0"/>
          </a:p>
        </p:txBody>
      </p:sp>
      <p:sp>
        <p:nvSpPr>
          <p:cNvPr id="3" name="Text 1"/>
          <p:cNvSpPr/>
          <p:nvPr/>
        </p:nvSpPr>
        <p:spPr>
          <a:xfrm>
            <a:off x="837724" y="430434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Vudembeke Brianna - SCT211-0017/2021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4974431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344" y="4982051"/>
            <a:ext cx="367665" cy="3676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0287" y="4956572"/>
            <a:ext cx="2768918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350" b="1" spc="-38" kern="0" dirty="0">
                <a:solidFill>
                  <a:srgbClr val="272525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Briana Vudembeke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09848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28124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Explore properties of integers and their applications.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7479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Fundamental to cryptography and computer science.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68160"/>
            <a:ext cx="5216843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spc="-53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Divisibility and Modular Arithmetic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837724" y="236922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Divisibility</a:t>
            </a:r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283595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Integer a divides b if b=ka for some integer k 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30267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Examples: 6 |18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376940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Modular Arithmetic</a:t>
            </a:r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4216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    Arithmetic involving remainders.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07384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     Example</a:t>
            </a:r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17 mod  5=2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72607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    Applications</a:t>
            </a:r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Checksums, cryptographic keys.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7724" y="637829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946" y="556855"/>
            <a:ext cx="13214509" cy="118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spc="-75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Integer Representations and Algorithms Integer Representations: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07946" y="2151340"/>
            <a:ext cx="132145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Binary (Base-2): 1011 base 2 = 11 base 10 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07946" y="2702481"/>
            <a:ext cx="132145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Hexadecimal (Base-16): 𝐴 1 base 16 = 161 base 10 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7946" y="3253621"/>
            <a:ext cx="132145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Algorithms</a:t>
            </a:r>
            <a:pPr algn="l" indent="0" marL="0">
              <a:lnSpc>
                <a:spcPts val="2500"/>
              </a:lnSpc>
              <a:buNone/>
            </a:pPr>
            <a:r>
              <a:rPr lang="en-US" sz="1550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7946" y="3804761"/>
            <a:ext cx="132145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Binary Addition and Multiplication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7946" y="4355902"/>
            <a:ext cx="132145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Addition</a:t>
            </a:r>
            <a:pPr algn="l" indent="0" marL="0">
              <a:lnSpc>
                <a:spcPts val="2500"/>
              </a:lnSpc>
              <a:buNone/>
            </a:pPr>
            <a:r>
              <a:rPr lang="en-US" sz="1550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7946" y="4907042"/>
            <a:ext cx="132145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00"/>
              </a:lnSpc>
              <a:buSzPct val="100000"/>
              <a:buChar char="•"/>
            </a:pPr>
            <a:r>
              <a:rPr lang="en-US" sz="1550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 corresponding binary digits and propagate carry if needed.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7946" y="5301377"/>
            <a:ext cx="132145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500"/>
              </a:lnSpc>
              <a:buSzPct val="100000"/>
              <a:buChar char="•"/>
            </a:pPr>
            <a:r>
              <a:rPr lang="en-US" sz="1550" b="1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Example</a:t>
            </a:r>
            <a:pPr algn="l" lvl="1" indent="0" marL="0">
              <a:lnSpc>
                <a:spcPts val="2500"/>
              </a:lnSpc>
              <a:buNone/>
            </a:pPr>
            <a:r>
              <a:rPr lang="en-US" sz="1550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Add (1110)2and (1011)2​: Result = (11001)2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07946" y="5852517"/>
            <a:ext cx="132145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Multiplication</a:t>
            </a:r>
            <a:pPr algn="l" indent="0" marL="0">
              <a:lnSpc>
                <a:spcPts val="2500"/>
              </a:lnSpc>
              <a:buNone/>
            </a:pPr>
            <a:r>
              <a:rPr lang="en-US" sz="1550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7946" y="6403658"/>
            <a:ext cx="132145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Multiply each bit of one number by the other, shift results appropriately, and sum.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07946" y="6797993"/>
            <a:ext cx="132145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Example</a:t>
            </a:r>
            <a:pPr algn="l" indent="0" marL="0">
              <a:lnSpc>
                <a:spcPts val="2500"/>
              </a:lnSpc>
              <a:buNone/>
            </a:pPr>
            <a:r>
              <a:rPr lang="en-US" sz="1550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Multiply (101)2​ and (110)2​: Result = (11110)2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7946" y="7349133"/>
            <a:ext cx="1321450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spc="-32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​​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0974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Cont…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99251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​​Division Algorithm 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264473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Finds quotient ( 𝑞 ) and remainder ( 𝑟 ) such that 𝑎 = 𝑑 𝑞 + 𝑟 , where 0 ≤ 𝑟 &lt; 𝑑 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11146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Subtract 𝑑 from 𝑎  until the result is less than 𝑑 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357818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Example: 17 ÷ 5 : 17 = 3 ⋅ 5 + 2  → Quotient = 3, Remainder = 2​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23041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Modular Exponentiation for efficient cryptography.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4882634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Efficiently computes 𝑏 ^𝑛  m o d    𝑚  without calculating 𝑏^ 𝑛 directly, which might be infeasible for large 𝑛.Uses the binary expansion of 𝑛 n to perform successive squaring.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73238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Example: 2 ^13 m o d     5 :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7724" y="638460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    Binary of 13 = (1101) 2.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37724" y="703683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   Compute: 2 ^1 m o d     5 , 2^ 2 m o d     5 , …  and multiply relevant results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01284"/>
            <a:ext cx="1112698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Primes and Greatest Common Divisors (GCD) 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88405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Prime Numbers: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53627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Divisible only by 1 and itself.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18850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Example: Primes &lt; 10: 2 , 3 , 5 , 7 2,3,5,7.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8407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Greatest Common Divisor: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49294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Found using Euclidean algorithm.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614517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Example: 𝐺 𝐶 𝐷 ( 28 , 35 ) = 7 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05883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spc="-53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Solving Congruences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837724" y="320694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Linear Congruences</a:t>
            </a:r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67367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Solves equations of the form ax ≡ bmod  m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14039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Example</a:t>
            </a:r>
            <a:pPr algn="l" lvl="1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Solve 3x≡4mod  7; x=5.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60712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Chinese Remainder Theorem</a:t>
            </a:r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07384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Solves systems of congruences.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54057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Example</a:t>
            </a:r>
            <a:pPr algn="l" lvl="1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x≡2mod 3,  x≡3mod  5,  x=8.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772608"/>
            <a:ext cx="4213265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spc="-53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Applications of Congruences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837724" y="367367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Uses</a:t>
            </a:r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14039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Error detection (e.g., ISBN and ISSN).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60712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Hash functions for data integrity.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07384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File systems and memory addressing.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4906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spc="-89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Cryptography 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23182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Classical Cryptography: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288405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Caesar cipher: Shifts characters by 𝑘. 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53627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Example: Shift 𝑘 = 3 k=3: "HELLO" → "KHOOR".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18850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Public Key Cryptography: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8407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RSA Encryption: Based on large primes and modular arithmetic.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49294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Example: Encrypt 𝑀 = 7  using 𝑒 = 3 , 𝑛 = 33 : 𝐶 = 𝑀 ^𝑒 m o d     𝑛 = 7^3 m o d 33 = 13 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614517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Homomorphic Encryption: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7724" y="679739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Enables computation on encrypted data (e.g., for cloud security).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77260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spc="-53" kern="0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Summary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837724" y="367367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Divisibility and modular arithmetic form the basis of number theory.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14039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Integer algorithms power modern computing.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60712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Cryptography secures data using number theory principles.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07384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spc="-38" kern="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Applications include secure communication, cloud computing, and data integrity.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2025-03-24T07:26:59Z</dcterms:created>
  <dcterms:modified xsi:type="dcterms:W3CDTF">2025-03-24T07:26:59Z</dcterms:modified>
</cp:coreProperties>
</file>